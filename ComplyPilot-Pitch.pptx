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minutes, then 3 minutes of questions. Warning at 8, hard stop at 10. Open on the product already loaded, not on this slide for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error does not delay the refund, it RESETS it. And nothing in the filing chain tells a business their evidence is weak until IRD does — by which time the clock has gone back to zero. [NAME YOUR USER HERE: one exporter or accountant, what they do on the 20th of the month, and how you know.]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gap is the product. Say this line slowly — it is the thesis of the whole pitch and everything after it is evidence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HALF THE SCORE. Five minutes. Extraction takes 16-24 seconds live — narrate while it thinks: 'it is reading the image now, and what comes back is not an answer, it is an answer with its working shown.' Do not stand in silence. Step 7 is the moment that lands. Do not skip it for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these rather than claim them. This is the explainability score and half the technical-depth score, and it is the part nobody else will have. If a judge asks whether the AI is safe, do not answer —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how much AI we used to build it: heavily, and we can walk through one part exactly. The schedule builder — we could not find the column layouts published anywhere, so we extracted them from IRD's verifier binary, turned them into a declarative spec, and pinned the existing two with tests so they could not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was verified against the repository, not estimated. Quote them freely. [ADD ONE IMPACT NUMBER WITH SOMETHING BEHIND IT — hours spent assembling schedules, refunds waiting, how often a Notice 2 lands. If you have not measured it, say so.]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is in the validation, not the transmission. A pipe is a commodity — IRD's e-Services is free and an ERP can integrate directly. What is hard to copy is the rule-in-force-on-date engine and the evidence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— happy to take questions. Then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this slide. It is here so whoever is fielding questions can glance at it in presenter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ComplyPilot — RefundShield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VAT refund readiness for Sri Lankan businesses</a:t>
            </a:r>
          </a:p>
          <a:p>
            <a:r>
              <a:t>Qwen reads the document. Deterministic code protects every figure.</a:t>
            </a:r>
          </a:p>
          <a:p>
            <a:r>
              <a:t>An authorised human files.</a:t>
            </a:r>
          </a:p>
          <a:p>
            <a:r>
              <a:t>Team: [names and roles]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a refund that resets its own clock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 VAT-registered exporter is owed a refund.</a:t>
            </a:r>
          </a:p>
          <a:p>
            <a:pPr/>
            <a:r>
              <a:rPr sz="1600"/>
              <a:t>The law gives IRD 45 days — but the clock only starts when a proper return AND its schedules are filed.</a:t>
            </a:r>
          </a:p>
          <a:p>
            <a:pPr/>
            <a:r>
              <a:rPr sz="1600"/>
              <a:t>A schedule error earns a Notice 2. The 45 days restart from the date of compliance.</a:t>
            </a:r>
          </a:p>
          <a:p>
            <a:pPr/>
            <a:r>
              <a:rPr sz="1600"/>
              <a:t>SVAT was abolished on 1 October 2025. Businesses now pay the full 18% at purchase and wait on that clock.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IRD already checks the file. Nobody checks the evidence.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IRD ships a free Windows tool — the Schedule File Verifier.</a:t>
            </a:r>
          </a:p>
          <a:p>
            <a:pPr/>
            <a:r>
              <a:rPr sz="1600"/>
              <a:t>It checks the file's shape: columns, format, structure.</a:t>
            </a:r>
          </a:p>
          <a:p>
            <a:pPr/>
            <a:r>
              <a:rPr sz="1600"/>
              <a:t>It will pass a schedule whose supplier deregistered last quarter, whose input tax window closed, whose invoice is dated under a rule that was not yet in force.</a:t>
            </a:r>
          </a:p>
          <a:p>
            <a:pPr/>
            <a:r>
              <a:rPr sz="1600"/>
              <a:t>Structurally valid is not the same as survives scrutiny.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1. Upload a photographed invoice — Qwen-VL reads it. Every field carries its own confidence and the source text it was read from.</a:t>
            </a:r>
          </a:p>
          <a:p>
            <a:pPr/>
            <a:r>
              <a:rPr sz="1600"/>
              <a:t>2. A low-confidence field is marked. The model says it could not read that box, so it goes to a person.</a:t>
            </a:r>
          </a:p>
          <a:p>
            <a:pPr/>
            <a:r>
              <a:rPr sz="1600"/>
              <a:t>3. "Which side of this invoice is your business on?" The purchaser TIN is missing. The agent will not guess it.</a:t>
            </a:r>
          </a:p>
          <a:p>
            <a:pPr/>
            <a:r>
              <a:rPr sz="1600"/>
              <a:t>4. Confirm the side — it proposes a ledger entry. Review in the form and save. The line reads "read by Qwen".</a:t>
            </a:r>
          </a:p>
          <a:p>
            <a:pPr/>
            <a:r>
              <a:rPr sz="1600"/>
              <a:t>5. IRD VAT schedules — add an import, it asks for the CUSDEC references by name.</a:t>
            </a:r>
          </a:p>
          <a:p>
            <a:pPr/>
            <a:r>
              <a:rPr sz="1600"/>
              <a:t>6. Ask the copilot: "What do my schedules still need?"</a:t>
            </a:r>
          </a:p>
          <a:p>
            <a:pPr/>
            <a:r>
              <a:rPr sz="1600"/>
              <a:t>7. Ask the copilot to file it. It refuses.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AI refuses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It will not invent a TIN — the number must come from the purchaser or their registration documents.</a:t>
            </a:r>
          </a:p>
          <a:p>
            <a:pPr/>
            <a:r>
              <a:rPr sz="1600"/>
              <a:t>It will not conclude "zero-rated" from zero VAT — exempt and out-of-scope supplies show zero too, and are claimed differently.</a:t>
            </a:r>
          </a:p>
          <a:p>
            <a:pPr/>
            <a:r>
              <a:rPr sz="1600"/>
              <a:t>It will not silently pick a month — 10/12/2026 is read as October and flagged as ambiguous, because the other reading moves the supply into a different VAT period.</a:t>
            </a:r>
          </a:p>
          <a:p>
            <a:pPr/>
            <a:r>
              <a:rPr sz="1600"/>
              <a:t>It will not let you claim someone else's invoice — when both TINs are readable and neither is yours, that is a finding, not a gap to fill in.</a:t>
            </a:r>
          </a:p>
          <a:p>
            <a:pPr/>
            <a:r>
              <a:rPr sz="1600"/>
              <a:t>It will not file. Asked to skip review and submit to RAMIS, it says it cannot.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built it: AI reads, code decides, a human approves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Qwen-VL — reads the invoice image, drives the filing agent from screenshots, produces the embeddings.</a:t>
            </a:r>
          </a:p>
          <a:p>
            <a:pPr/>
            <a:r>
              <a:rPr sz="1600"/>
              <a:t>GPT-4o — the copilot's multi-step tool loop and the rescue narrative.</a:t>
            </a:r>
          </a:p>
          <a:p>
            <a:pPr/>
            <a:r>
              <a:rPr sz="1600"/>
              <a:t>Routed by task, not by vendor. Embeddings stay on Qwen because vectors from two models are not comparable.</a:t>
            </a:r>
          </a:p>
          <a:p>
            <a:pPr/>
            <a:r>
              <a:rPr sz="1600"/>
              <a:t>Neither model touches a number. VAT, schedule mapping, totals, period dates and the readiness score are pure functions.</a:t>
            </a:r>
          </a:p>
          <a:p>
            <a:pPr/>
            <a:r>
              <a:rPr sz="1600"/>
              <a:t>Remove the OpenAI key and everything falls back to Qwen. The second provider is an addition, never a dependency.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 we can defend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257 tests passing. Typecheck and build clean.</a:t>
            </a:r>
          </a:p>
          <a:p>
            <a:pPr/>
            <a:r>
              <a:rPr sz="1600"/>
              <a:t>200,001 cases in one property test: net + VAT always equals gross, to the cent.</a:t>
            </a:r>
          </a:p>
          <a:p>
            <a:pPr/>
            <a:r>
              <a:rPr sz="1600"/>
              <a:t>7 IRD VAT schedules — columns read from IRD's own Schedule File Verifier V5.20, not from a summary.</a:t>
            </a:r>
          </a:p>
          <a:p>
            <a:pPr/>
            <a:r>
              <a:rPr sz="1600"/>
              <a:t>5 of those produced in the official upload format today: 01, 02, 03, 06, 07.</a:t>
            </a:r>
          </a:p>
          <a:p>
            <a:pPr/>
            <a:r>
              <a:rPr sz="1600"/>
              <a:t>45 statutory days for a refund — restarted by a Notice 2.</a:t>
            </a:r>
          </a:p>
          <a:p>
            <a:pPr/>
            <a:r>
              <a:rPr sz="1600"/>
              <a:t>18% standard rate since 01.01.2024. Thresholds LKR 15M per quarter, 60M per year; financial services 3M and 12M.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goes: an endpoint for the ERPs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An ERP posts its invoice data to us. We validate, map and build the schedules, then hand the files back.</a:t>
            </a:r>
          </a:p>
          <a:p>
            <a:pPr/>
            <a:r>
              <a:rPr sz="1600"/>
              <a:t>The taxpayer transmits — through e-Services, or their own RAMIS Web API connection.</a:t>
            </a:r>
          </a:p>
          <a:p>
            <a:pPr/>
            <a:r>
              <a:rPr sz="1600"/>
              <a:t>We do not hold anyone's RAMIS credentials. That is a decision, not a gap.</a:t>
            </a:r>
          </a:p>
          <a:p>
            <a:pPr/>
            <a:r>
              <a:rPr sz="1600"/>
              <a:t>RAMIS gates Web API access through an allowlist of approved SSIDs. Whether a platform may transmit for several taxpayers is a question we have put to IRD.</a:t>
            </a:r>
          </a:p>
          <a:p>
            <a:pPr/>
            <a:r>
              <a:rPr sz="1600"/>
              <a:t>We have not had an answer, so we did not build on the assumption.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ComplyPilot turns a paper VAT invoice into an explainable, evidence-backed VAT workflow.</a:t>
            </a:r>
          </a:p>
          <a:p>
            <a:pPr/>
            <a:r>
              <a:rPr sz="1600"/>
              <a:t>Qwen reads the document and identifies the compliance gaps.</a:t>
            </a:r>
          </a:p>
          <a:p>
            <a:pPr/>
            <a:r>
              <a:rPr sz="1600"/>
              <a:t>Deterministic code protects every financial calculation.</a:t>
            </a:r>
          </a:p>
          <a:p>
            <a:pPr/>
            <a:r>
              <a:rPr sz="1600"/>
              <a:t>An authorised human controls the final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likely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Is the AI actually doing anything? — Qwen-VL is live against Model Studio; the copilot chose its own tools. It never does arithmetic, and that is the interesting part.</a:t>
            </a:r>
          </a:p>
          <a:p>
            <a:pPr/>
            <a:r>
              <a:rPr sz="1600"/>
              <a:t>How many schedules really? — Two complete from the ledger alone. Three more once the user supplies facts a ledger has no reason to hold. 04 and 05 we do not model; we recorded their columns so the gap is exact.</a:t>
            </a:r>
          </a:p>
          <a:p>
            <a:pPr/>
            <a:r>
              <a:rPr sz="1600"/>
              <a:t>Can you submit to RAMIS? — Not today, and not on our own say-so. Asked, not answered.</a:t>
            </a:r>
          </a:p>
          <a:p>
            <a:pPr/>
            <a:r>
              <a:rPr sz="1600"/>
              <a:t>What if the model is wrong? — Below 80% confidence a field is marked before anyone accepts it, and every proposal still goes into a form a person saves.</a:t>
            </a:r>
          </a:p>
          <a:p>
            <a:pPr/>
            <a:r>
              <a:rPr sz="1600"/>
              <a:t>Is this just OCR plus a form? — OCR gives you text. The work is deciding whether the claim behind the text survives.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